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be017c0cf4d11" /><Relationship Type="http://schemas.openxmlformats.org/officeDocument/2006/relationships/extended-properties" Target="/docProps/app.xml" Id="R0ddd0e4bdaae4777" /><Relationship Type="http://schemas.openxmlformats.org/officeDocument/2006/relationships/officeDocument" Target="/ppt/presentation.xml" Id="Rc35608fb343341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13e1d3618c4e07"/>
  </p:sldMasterIdLst>
  <p:notesMasterIdLst>
    <p:notesMasterId xmlns:r="http://schemas.openxmlformats.org/officeDocument/2006/relationships" r:id="Rc50337f29e224d3e"/>
  </p:notesMasterIdLst>
  <p:sldIdLst>
    <p:sldId xmlns:r="http://schemas.openxmlformats.org/officeDocument/2006/relationships" id="256" r:id="R44422933f1b24b48"/>
    <p:sldId xmlns:r="http://schemas.openxmlformats.org/officeDocument/2006/relationships" id="257" r:id="R5d2375c5afc24f76"/>
    <p:sldId xmlns:r="http://schemas.openxmlformats.org/officeDocument/2006/relationships" id="258" r:id="Rd3cd219027134df2"/>
    <p:sldId xmlns:r="http://schemas.openxmlformats.org/officeDocument/2006/relationships" id="259" r:id="R7d5d4ad9a3084353"/>
    <p:sldId xmlns:r="http://schemas.openxmlformats.org/officeDocument/2006/relationships" id="260" r:id="R92371cafce724bb2"/>
    <p:sldId xmlns:r="http://schemas.openxmlformats.org/officeDocument/2006/relationships" id="261" r:id="R8269f8a760d64060"/>
    <p:sldId xmlns:r="http://schemas.openxmlformats.org/officeDocument/2006/relationships" id="262" r:id="R826a6dc1bb334ff9"/>
    <p:sldId xmlns:r="http://schemas.openxmlformats.org/officeDocument/2006/relationships" id="263" r:id="R7d24321a4018435f"/>
    <p:sldId xmlns:r="http://schemas.openxmlformats.org/officeDocument/2006/relationships" id="264" r:id="Rec98d5c6fa674acd"/>
    <p:sldId xmlns:r="http://schemas.openxmlformats.org/officeDocument/2006/relationships" id="265" r:id="R00044e9f31b94a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52819f162c4248" /><Relationship Type="http://schemas.openxmlformats.org/officeDocument/2006/relationships/slideMaster" Target="/ppt/slideMasters/slideMaster1.xml" Id="R6213e1d3618c4e07" /><Relationship Type="http://schemas.openxmlformats.org/officeDocument/2006/relationships/notesMaster" Target="/ppt/notesMasters/notesMaster1.xml" Id="Rc50337f29e224d3e" /><Relationship Type="http://schemas.openxmlformats.org/officeDocument/2006/relationships/presProps" Target="/ppt/presProps.xml" Id="R0111eef72f434b43" /><Relationship Type="http://schemas.openxmlformats.org/officeDocument/2006/relationships/tableStyles" Target="/ppt/tableStyles.xml" Id="R41be0da7154f4f80" /><Relationship Type="http://schemas.openxmlformats.org/officeDocument/2006/relationships/slide" Target="/ppt/slides/slide1.xml" Id="R44422933f1b24b48" /><Relationship Type="http://schemas.openxmlformats.org/officeDocument/2006/relationships/slide" Target="/ppt/slides/slide2.xml" Id="R5d2375c5afc24f76" /><Relationship Type="http://schemas.openxmlformats.org/officeDocument/2006/relationships/slide" Target="/ppt/slides/slide3.xml" Id="Rd3cd219027134df2" /><Relationship Type="http://schemas.openxmlformats.org/officeDocument/2006/relationships/slide" Target="/ppt/slides/slide4.xml" Id="R7d5d4ad9a3084353" /><Relationship Type="http://schemas.openxmlformats.org/officeDocument/2006/relationships/slide" Target="/ppt/slides/slide5.xml" Id="R92371cafce724bb2" /><Relationship Type="http://schemas.openxmlformats.org/officeDocument/2006/relationships/slide" Target="/ppt/slides/slide6.xml" Id="R8269f8a760d64060" /><Relationship Type="http://schemas.openxmlformats.org/officeDocument/2006/relationships/slide" Target="/ppt/slides/slide7.xml" Id="R826a6dc1bb334ff9" /><Relationship Type="http://schemas.openxmlformats.org/officeDocument/2006/relationships/slide" Target="/ppt/slides/slide8.xml" Id="R7d24321a4018435f" /><Relationship Type="http://schemas.openxmlformats.org/officeDocument/2006/relationships/slide" Target="/ppt/slides/slide9.xml" Id="Rec98d5c6fa674acd" /><Relationship Type="http://schemas.openxmlformats.org/officeDocument/2006/relationships/slide" Target="/ppt/slides/slide10.xml" Id="R00044e9f31b94a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5ede61de1e49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89cd8dc01c48dc" /><Relationship Type="http://schemas.openxmlformats.org/officeDocument/2006/relationships/notesMaster" Target="/ppt/notesMasters/notesMaster1.xml" Id="Rf69a0d8366084d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7546f231144796" /><Relationship Type="http://schemas.openxmlformats.org/officeDocument/2006/relationships/notesMaster" Target="/ppt/notesMasters/notesMaster1.xml" Id="R99c6e858f2394e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cbb00467dd43b1" /><Relationship Type="http://schemas.openxmlformats.org/officeDocument/2006/relationships/notesMaster" Target="/ppt/notesMasters/notesMaster1.xml" Id="R9be00b7f396a4f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a3479626504fe0" /><Relationship Type="http://schemas.openxmlformats.org/officeDocument/2006/relationships/notesMaster" Target="/ppt/notesMasters/notesMaster1.xml" Id="Re5eab9add1b844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380c387b30443c" /><Relationship Type="http://schemas.openxmlformats.org/officeDocument/2006/relationships/notesMaster" Target="/ppt/notesMasters/notesMaster1.xml" Id="Rb1be9b88380d43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68180639824888" /><Relationship Type="http://schemas.openxmlformats.org/officeDocument/2006/relationships/notesMaster" Target="/ppt/notesMasters/notesMaster1.xml" Id="Rb34835c96c0440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3d9cfbf7b24fff" /><Relationship Type="http://schemas.openxmlformats.org/officeDocument/2006/relationships/notesMaster" Target="/ppt/notesMasters/notesMaster1.xml" Id="Re226d652bb1a4f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4c88af327043e4" /><Relationship Type="http://schemas.openxmlformats.org/officeDocument/2006/relationships/notesMaster" Target="/ppt/notesMasters/notesMaster1.xml" Id="Rdc9f5f11c34f4d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3555bba65a4194" /><Relationship Type="http://schemas.openxmlformats.org/officeDocument/2006/relationships/notesMaster" Target="/ppt/notesMasters/notesMaster1.xml" Id="Rb8d07f9bdfe444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c9f833501c4439" /><Relationship Type="http://schemas.openxmlformats.org/officeDocument/2006/relationships/notesMaster" Target="/ppt/notesMasters/notesMaster1.xml" Id="Ra0bd7e481e9c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863180aa244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58436175874f54" /><Relationship Type="http://schemas.openxmlformats.org/officeDocument/2006/relationships/slideLayout" Target="/ppt/slideLayouts/slideLayout1.xml" Id="Rddbe595502064f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e595502064f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084b21bc541e4" /><Relationship Type="http://schemas.openxmlformats.org/officeDocument/2006/relationships/image" Target="/ppt/media/image.png" Id="Rbbf08445c187442e" /><Relationship Type="http://schemas.openxmlformats.org/officeDocument/2006/relationships/notesSlide" Target="/ppt/notesSlides/notesSlide1.xml" Id="Rcd41ab6249e649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2c2ceb2694f5b" /><Relationship Type="http://schemas.openxmlformats.org/officeDocument/2006/relationships/image" Target="/ppt/media/image2.png" Id="Ra3f2b13fe0fd4074" /><Relationship Type="http://schemas.openxmlformats.org/officeDocument/2006/relationships/notesSlide" Target="/ppt/notesSlides/notesSlide2.xml" Id="R77fe023ced5f4e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2df8c20ef4186" /><Relationship Type="http://schemas.openxmlformats.org/officeDocument/2006/relationships/image" Target="/ppt/media/image3.png" Id="R14847a0719714587" /><Relationship Type="http://schemas.openxmlformats.org/officeDocument/2006/relationships/notesSlide" Target="/ppt/notesSlides/notesSlide3.xml" Id="Red23d91c803045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b1e6f51984a1a" /><Relationship Type="http://schemas.openxmlformats.org/officeDocument/2006/relationships/image" Target="/ppt/media/image4.png" Id="Ra93c088608fb4763" /><Relationship Type="http://schemas.openxmlformats.org/officeDocument/2006/relationships/notesSlide" Target="/ppt/notesSlides/notesSlide4.xml" Id="R5c2c0b30bf1442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950ba92304712" /><Relationship Type="http://schemas.openxmlformats.org/officeDocument/2006/relationships/image" Target="/ppt/media/image5.png" Id="Rf20be375d07f4eb7" /><Relationship Type="http://schemas.openxmlformats.org/officeDocument/2006/relationships/notesSlide" Target="/ppt/notesSlides/notesSlide5.xml" Id="Rf2393719a95a45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aa693fff74017" /><Relationship Type="http://schemas.openxmlformats.org/officeDocument/2006/relationships/image" Target="/ppt/media/image6.png" Id="R24d6419c2ef44957" /><Relationship Type="http://schemas.openxmlformats.org/officeDocument/2006/relationships/notesSlide" Target="/ppt/notesSlides/notesSlide6.xml" Id="Rb8e6c6ffe1fb43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f547b9d154309" /><Relationship Type="http://schemas.openxmlformats.org/officeDocument/2006/relationships/image" Target="/ppt/media/image7.png" Id="R8a40f793de5b474b" /><Relationship Type="http://schemas.openxmlformats.org/officeDocument/2006/relationships/notesSlide" Target="/ppt/notesSlides/notesSlide7.xml" Id="R3b2f28e607304a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d1eb7d5224e80" /><Relationship Type="http://schemas.openxmlformats.org/officeDocument/2006/relationships/image" Target="/ppt/media/image8.png" Id="Race68f428f104ca5" /><Relationship Type="http://schemas.openxmlformats.org/officeDocument/2006/relationships/notesSlide" Target="/ppt/notesSlides/notesSlide8.xml" Id="R0f2d0733429443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f672b747e4eef" /><Relationship Type="http://schemas.openxmlformats.org/officeDocument/2006/relationships/image" Target="/ppt/media/image9.png" Id="R7201d22da2c34ae1" /><Relationship Type="http://schemas.openxmlformats.org/officeDocument/2006/relationships/notesSlide" Target="/ppt/notesSlides/notesSlide9.xml" Id="Rabc6f21ad7a545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3bc13f6be4fac" /><Relationship Type="http://schemas.openxmlformats.org/officeDocument/2006/relationships/image" Target="/ppt/media/image10.png" Id="Re1dd58a6a4ea40e5" /><Relationship Type="http://schemas.openxmlformats.org/officeDocument/2006/relationships/notesSlide" Target="/ppt/notesSlides/notesSlide10.xml" Id="R7d3d3180870542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08445c18744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969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2b13fe0fd40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32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47a07197145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082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c088608fb47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899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be375d07f4e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391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6419c2ef449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151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0f793de5b47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704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68f428f104c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056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1d22da2c34a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23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d58a6a4ea40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01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2026-06-18T21:31:35.8680000Z</dcterms:created>
  <dcterms:modified xsi:type="dcterms:W3CDTF">2026-06-18T21:31:35.8680000Z</dcterms:modified>
</coreProperties>
</file>